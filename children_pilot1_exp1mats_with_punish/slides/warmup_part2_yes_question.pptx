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86" r:id="rId2"/>
    <p:sldId id="392" r:id="rId3"/>
    <p:sldId id="393" r:id="rId4"/>
    <p:sldId id="394" r:id="rId5"/>
    <p:sldId id="395" r:id="rId6"/>
    <p:sldId id="396" r:id="rId7"/>
    <p:sldId id="387" r:id="rId8"/>
    <p:sldId id="397" r:id="rId9"/>
    <p:sldId id="398" r:id="rId10"/>
    <p:sldId id="399" r:id="rId11"/>
    <p:sldId id="39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84615" autoAdjust="0"/>
  </p:normalViewPr>
  <p:slideViewPr>
    <p:cSldViewPr snapToGrid="0">
      <p:cViewPr varScale="1">
        <p:scale>
          <a:sx n="100" d="100"/>
          <a:sy n="100" d="100"/>
        </p:scale>
        <p:origin x="1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67448C-091C-49A9-B18C-576C478474A3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538742-1EA1-41C5-9385-4B4CA8FDF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233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46C9D-F7D9-4A71-B925-520C66FCE0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AE862E-79C1-4CEA-8587-EB6B69E842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3BDCF-7098-4722-9A95-AAB7C4BBF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3810D-8253-4322-954E-209749E5C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0CAC1-8ABD-467F-A5DC-75F625CF1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285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B34BB-B456-48E6-864B-FCAAD12F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BAB54-B476-4440-8909-DFF90DB97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8EB49-2FE5-488D-B385-F77FABCA0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220F0-C746-46BC-963C-3BF141330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B128D-590C-4184-BDBF-E59D6510E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159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ABED4-5386-4E33-AACE-03EF516F9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8199A1-3A3C-4FF0-A60F-4559A382C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D1DA2-F3A9-4941-AD30-1F6B170AA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138F8-43EC-4A33-A69B-7C7DBB9AB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4EA24-F9A9-4F2C-9EEB-6865AD581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12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60FFF-84C6-4444-81FA-6AB5CC420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37E24-F5BA-45CD-9FD4-3EF6C1BEEA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2C4D6-5422-4CB1-B0EF-7D8966CBF5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78ADC3-4A94-4222-A014-47707C928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E69165-1B5E-4262-8498-8671886BB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FC6B5D-2C1C-4CA4-AA1B-EFA0D947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324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C6B52-E465-4596-B303-7CFC6E6AE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25F132-2824-4071-9FDE-BFD39287F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B7B1AA-25DB-4E6D-8C41-6D07916CC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92F4EB-A539-4893-A05A-06D9F53BB1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C793FE-E52A-4127-9BDB-E551362B23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7E35BD-5D5D-4323-B2B5-014EC74C1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A81843-FBEA-48B9-98F1-186A80DA9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9D6E85-D9AC-4AD0-8998-330F2B6F8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420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F0404-BAE7-4F76-BFCD-60A7668FD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37FA0C-84AB-4701-A169-E9384C6ED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35F0A4-7B9F-498A-B85B-B1ABC79E1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0A9B4B-A7F5-4BA9-B628-9BA3A68B1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173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3FB85D-9236-4086-BDA8-974565A94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AA0457-1526-4C84-BB9E-69EAAE5CB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2C8C7-EF89-4B77-937C-A3A47BAD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157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9B5EA-16ED-4B43-8F3D-309162CE2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0550F-9021-4E08-8E6C-68729DA9F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01147B-E3EE-41B8-A698-59AE2FCFA2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CEE615-2D37-4CCE-AB09-A16CC8ED2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E88027-59AD-40F8-A7B2-6F176A994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97204B-FC23-408F-9C92-89DB6C8C4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16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AD607-BD3F-40B6-8FE6-0FFE5DB7F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70A530-A554-42B8-9D00-5EAA73D090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7A28C0-5366-4366-997D-6DCFC08D13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5C916-A455-4576-A5C4-788AE0DFA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45E7D9-2C7E-4DF7-9428-001AA8B48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3D154C-E799-4428-966C-8677A56B8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157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9BD09-7E4A-4C4B-BEE1-25D9D6FF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28BA1F-CA84-4054-B246-60CED3877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BEEBF-5F58-4DBC-B35F-710E39456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4317E-D3FC-4E7E-98A7-8F236457E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3A4A1-794B-4DB7-B0C4-4A063DA07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01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E22F5A-BC6B-456A-81F7-CEF070E45B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6D5A19-1FE6-41A4-894A-1585332817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1A378-38E9-4850-AF2E-1FA87F829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9DA4A-5B77-4722-86AC-89751A971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872C4-477E-4ED9-B666-0916FA0E8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096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460D67-E79F-42F3-8CAE-97645F289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0B33FE-674E-4406-B30E-BEA6F39AC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8BF83-5C8B-48CD-A6C3-958AAFA302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D9C9AD-9896-4B0A-82B4-856C91CE4BB8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596D8-755C-4D2F-989C-E18097BAB6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AFE31-6DCC-4CD9-B0CC-79957D1696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944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svgsilh.com/4caf50/image/304167.html" TargetMode="Externa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svgsilh.com/4caf50/image/304167.html" TargetMode="External"/><Relationship Id="rId3" Type="http://schemas.microsoft.com/office/2007/relationships/hdphoto" Target="../media/hdphoto1.wdp"/><Relationship Id="rId7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hyperlink" Target="https://www.geeksvgs.com/id/232824" TargetMode="Externa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geeksvgs.com/id/232824" TargetMode="External"/><Relationship Id="rId5" Type="http://schemas.openxmlformats.org/officeDocument/2006/relationships/image" Target="../media/image4.png"/><Relationship Id="rId4" Type="http://schemas.openxmlformats.org/officeDocument/2006/relationships/hyperlink" Target="https://svgsilh.com/4caf50/image/304167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B7E77-C235-2435-3337-2AF893FCB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70A422F-B910-6757-57CA-8A4E5E6C3D5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30272" t="6539" r="30123" b="6591"/>
          <a:stretch/>
        </p:blipFill>
        <p:spPr>
          <a:xfrm>
            <a:off x="4898498" y="795307"/>
            <a:ext cx="3531080" cy="478478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0F8D343-7266-E873-400A-E36C2EEA88A6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1952DCB-40A5-507F-3BAB-387B02F18403}"/>
              </a:ext>
            </a:extLst>
          </p:cNvPr>
          <p:cNvSpPr/>
          <p:nvPr/>
        </p:nvSpPr>
        <p:spPr>
          <a:xfrm>
            <a:off x="370705" y="276998"/>
            <a:ext cx="3252357" cy="21983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Thanks for helping Maggie!</a:t>
            </a:r>
          </a:p>
        </p:txBody>
      </p:sp>
    </p:spTree>
    <p:extLst>
      <p:ext uri="{BB962C8B-B14F-4D97-AF65-F5344CB8AC3E}">
        <p14:creationId xmlns:p14="http://schemas.microsoft.com/office/powerpoint/2010/main" val="1343238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E9E67-6B35-5455-401A-5AF6AAD56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F77C5D9-0318-DA6E-BD3E-B5399511504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30272" t="6539" r="30123" b="6591"/>
          <a:stretch/>
        </p:blipFill>
        <p:spPr>
          <a:xfrm>
            <a:off x="4898498" y="795307"/>
            <a:ext cx="3531080" cy="478478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E279DA5-480A-7076-669A-1F9D68BDCA8F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A8C3C23-F2BF-EE5B-803E-A32E89830916}"/>
              </a:ext>
            </a:extLst>
          </p:cNvPr>
          <p:cNvSpPr/>
          <p:nvPr/>
        </p:nvSpPr>
        <p:spPr>
          <a:xfrm>
            <a:off x="370705" y="276998"/>
            <a:ext cx="3252357" cy="21983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Let’s practice giving another answer by pressing a button of the screen.</a:t>
            </a:r>
          </a:p>
        </p:txBody>
      </p:sp>
    </p:spTree>
    <p:extLst>
      <p:ext uri="{BB962C8B-B14F-4D97-AF65-F5344CB8AC3E}">
        <p14:creationId xmlns:p14="http://schemas.microsoft.com/office/powerpoint/2010/main" val="3166414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C73D0-CFCC-5FE6-7E27-004DE9DC3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2CAB3C87-1298-5B37-D85E-9D6EE8AAABC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30272" t="6539" r="30123" b="6591"/>
          <a:stretch/>
        </p:blipFill>
        <p:spPr>
          <a:xfrm>
            <a:off x="4898498" y="795307"/>
            <a:ext cx="3531080" cy="478478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41EB71A-274E-0F26-B8CF-D12638134829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0659CAB-79DA-76D2-2FCA-28E9C33951D0}"/>
              </a:ext>
            </a:extLst>
          </p:cNvPr>
          <p:cNvSpPr/>
          <p:nvPr/>
        </p:nvSpPr>
        <p:spPr>
          <a:xfrm>
            <a:off x="370705" y="276998"/>
            <a:ext cx="3252357" cy="21983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This time Maggie will ask a question and you will answer “Yes” or “No”.</a:t>
            </a:r>
          </a:p>
        </p:txBody>
      </p:sp>
    </p:spTree>
    <p:extLst>
      <p:ext uri="{BB962C8B-B14F-4D97-AF65-F5344CB8AC3E}">
        <p14:creationId xmlns:p14="http://schemas.microsoft.com/office/powerpoint/2010/main" val="325147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B75CB-4556-EDFA-75B6-8726ED648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258EE995-D738-DB0A-E276-F80B7FBE06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30272" t="6539" r="30123" b="6591"/>
          <a:stretch/>
        </p:blipFill>
        <p:spPr>
          <a:xfrm>
            <a:off x="4898498" y="795307"/>
            <a:ext cx="3531080" cy="478478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979EED1-FBC7-4CFC-C9A8-F14D8F4E3CD9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B020776-97F1-0E9E-70C6-AD02D0C88FDC}"/>
              </a:ext>
            </a:extLst>
          </p:cNvPr>
          <p:cNvSpPr/>
          <p:nvPr/>
        </p:nvSpPr>
        <p:spPr>
          <a:xfrm>
            <a:off x="370705" y="276998"/>
            <a:ext cx="3252357" cy="21983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If you think the answer is “Yes” then press this button.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3934B88-4963-8421-EDDA-FC72701366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2122061" y="4665692"/>
            <a:ext cx="2350265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093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6CA07-F06B-4F35-EECD-14A38451F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0AD8CB4-1EA5-4CD6-5368-B7964FE1088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30272" t="6539" r="30123" b="6591"/>
          <a:stretch/>
        </p:blipFill>
        <p:spPr>
          <a:xfrm>
            <a:off x="4898498" y="795307"/>
            <a:ext cx="3531080" cy="478478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D68751D-FD2B-C5F8-0A43-6E27F6202B82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BCF254D-E9FB-71BE-EACE-6A980BFF99B7}"/>
              </a:ext>
            </a:extLst>
          </p:cNvPr>
          <p:cNvSpPr/>
          <p:nvPr/>
        </p:nvSpPr>
        <p:spPr>
          <a:xfrm>
            <a:off x="370705" y="276998"/>
            <a:ext cx="3252357" cy="21983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If you think the answer is “No” then press this button.</a:t>
            </a:r>
          </a:p>
        </p:txBody>
      </p:sp>
      <p:pic>
        <p:nvPicPr>
          <p:cNvPr id="3" name="Picture 2" descr="A red circle with a cross in it&#10;&#10;AI-generated content may be incorrect.">
            <a:extLst>
              <a:ext uri="{FF2B5EF4-FFF2-40B4-BE49-F238E27FC236}">
                <a16:creationId xmlns:a16="http://schemas.microsoft.com/office/drawing/2014/main" id="{8529AC17-88BC-CF63-AC01-963E16C8A5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876214" y="4665692"/>
            <a:ext cx="1828800" cy="18288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C5ED878-C179-6D8C-0F04-A5CD57F8F7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2122061" y="4665692"/>
            <a:ext cx="2350265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525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28AD1-EEB7-9D13-6907-CD2C37341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256B63B0-069A-5D93-DBFD-77196089D34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30272" t="6539" r="30123" b="6591"/>
          <a:stretch/>
        </p:blipFill>
        <p:spPr>
          <a:xfrm>
            <a:off x="4898498" y="795307"/>
            <a:ext cx="3531080" cy="478478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C6A533F-CD2D-F734-5A3A-7B16F66C569F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DD982D-C1AF-AE99-BE9D-A6710F3A154C}"/>
              </a:ext>
            </a:extLst>
          </p:cNvPr>
          <p:cNvSpPr/>
          <p:nvPr/>
        </p:nvSpPr>
        <p:spPr>
          <a:xfrm>
            <a:off x="370705" y="276998"/>
            <a:ext cx="3252357" cy="21983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OK let’s help Maggie!</a:t>
            </a:r>
          </a:p>
        </p:txBody>
      </p:sp>
    </p:spTree>
    <p:extLst>
      <p:ext uri="{BB962C8B-B14F-4D97-AF65-F5344CB8AC3E}">
        <p14:creationId xmlns:p14="http://schemas.microsoft.com/office/powerpoint/2010/main" val="294381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70EDF-9659-B4E8-4C71-4D889B458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16568BE-BDA2-4D63-8A4C-CBB520609AC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30272" t="6539" r="30123" b="6591"/>
          <a:stretch/>
        </p:blipFill>
        <p:spPr>
          <a:xfrm>
            <a:off x="4898498" y="795307"/>
            <a:ext cx="3531080" cy="478478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029304A-B8C9-6731-BB40-6EA1C13FBE22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3C5DDD3-D662-D107-DAF6-0223BC342FF8}"/>
              </a:ext>
            </a:extLst>
          </p:cNvPr>
          <p:cNvSpPr/>
          <p:nvPr/>
        </p:nvSpPr>
        <p:spPr>
          <a:xfrm>
            <a:off x="370705" y="276998"/>
            <a:ext cx="3252357" cy="21983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Maggie sees this.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8C6DB0-5660-2AAA-3CCE-FE95686ACE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1" y="3837802"/>
            <a:ext cx="3380309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667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09302-FE6F-C83B-A9C8-1CE4670D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C831962-9FAC-8E13-0E57-00A0AE565E7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30272" t="6539" r="30123" b="6591"/>
          <a:stretch/>
        </p:blipFill>
        <p:spPr>
          <a:xfrm>
            <a:off x="4898498" y="795307"/>
            <a:ext cx="3531080" cy="478478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06D350-C5EC-FDD4-7F57-C29700FBA1D1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553B0FE-1F60-2FEA-3A9D-81C2ACC09E92}"/>
              </a:ext>
            </a:extLst>
          </p:cNvPr>
          <p:cNvSpPr/>
          <p:nvPr/>
        </p:nvSpPr>
        <p:spPr>
          <a:xfrm>
            <a:off x="370705" y="276998"/>
            <a:ext cx="3252357" cy="21983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Maggie says, “This is a</a:t>
            </a: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 dog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C5469B-45F7-7B04-5100-DC6023D18F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1" y="3837802"/>
            <a:ext cx="3380309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283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F0DD7-3F83-2051-74CB-2148CBCE2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4AE4C44-B1D1-0009-D435-E333BE736AE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30272" t="6539" r="30123" b="6591"/>
          <a:stretch/>
        </p:blipFill>
        <p:spPr>
          <a:xfrm>
            <a:off x="4898498" y="795307"/>
            <a:ext cx="3531080" cy="478478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8595877-FFF1-627E-28F5-49FBE786A720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2284C94-DC74-CEF1-24AF-1EC2E6010CC7}"/>
              </a:ext>
            </a:extLst>
          </p:cNvPr>
          <p:cNvSpPr/>
          <p:nvPr/>
        </p:nvSpPr>
        <p:spPr>
          <a:xfrm>
            <a:off x="370705" y="276998"/>
            <a:ext cx="3252357" cy="21983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 you think this is a dog?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BC23AD-EFFA-DE52-68F0-23993E343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1" y="3837802"/>
            <a:ext cx="3380309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544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82449-98D3-9BA1-14C3-336EFD886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AA0C2FD-8C46-E78D-D8F9-15B6EB0E498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30272" t="6539" r="30123" b="6591"/>
          <a:stretch/>
        </p:blipFill>
        <p:spPr>
          <a:xfrm>
            <a:off x="4898498" y="795307"/>
            <a:ext cx="3531080" cy="478478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6E005F4-141F-FC92-C56D-AAD4D42907EC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5D8E44D-F9ED-35C7-BA9C-5C6151AF69A9}"/>
              </a:ext>
            </a:extLst>
          </p:cNvPr>
          <p:cNvSpPr/>
          <p:nvPr/>
        </p:nvSpPr>
        <p:spPr>
          <a:xfrm>
            <a:off x="370705" y="276998"/>
            <a:ext cx="3252357" cy="21983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Please select one of the pictures on the bottom by clicking it.</a:t>
            </a:r>
          </a:p>
        </p:txBody>
      </p:sp>
    </p:spTree>
    <p:extLst>
      <p:ext uri="{BB962C8B-B14F-4D97-AF65-F5344CB8AC3E}">
        <p14:creationId xmlns:p14="http://schemas.microsoft.com/office/powerpoint/2010/main" val="166081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9B3B5-03E2-9613-19E4-875A52CC3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59D57567-678C-A6EF-7F9C-424521567A9D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F2EC9E-4941-1CF9-A830-2815EA4EB354}"/>
              </a:ext>
            </a:extLst>
          </p:cNvPr>
          <p:cNvSpPr txBox="1"/>
          <p:nvPr/>
        </p:nvSpPr>
        <p:spPr>
          <a:xfrm>
            <a:off x="3743228" y="802758"/>
            <a:ext cx="47055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Response options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C9DBA8B-726E-2ABF-5935-BB678EA1E0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423924" y="3786094"/>
            <a:ext cx="2350265" cy="1828800"/>
          </a:xfrm>
          <a:prstGeom prst="rect">
            <a:avLst/>
          </a:prstGeom>
        </p:spPr>
      </p:pic>
      <p:pic>
        <p:nvPicPr>
          <p:cNvPr id="5" name="Picture 4" descr="A red circle with a cross in it&#10;&#10;AI-generated content may be incorrect.">
            <a:extLst>
              <a:ext uri="{FF2B5EF4-FFF2-40B4-BE49-F238E27FC236}">
                <a16:creationId xmlns:a16="http://schemas.microsoft.com/office/drawing/2014/main" id="{26D16114-F0D6-61D2-8B72-C9F6320F94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7026950" y="3786094"/>
            <a:ext cx="1828800" cy="1828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D523D-D8F5-6466-9ABC-9BFD060DF0A9}"/>
              </a:ext>
            </a:extLst>
          </p:cNvPr>
          <p:cNvSpPr txBox="1"/>
          <p:nvPr/>
        </p:nvSpPr>
        <p:spPr>
          <a:xfrm>
            <a:off x="3916159" y="5844247"/>
            <a:ext cx="7923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7639EA-9549-70F0-EF68-C4EAD01AAB15}"/>
              </a:ext>
            </a:extLst>
          </p:cNvPr>
          <p:cNvSpPr txBox="1"/>
          <p:nvPr/>
        </p:nvSpPr>
        <p:spPr>
          <a:xfrm>
            <a:off x="7590933" y="5844246"/>
            <a:ext cx="7008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3107499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1775</TotalTime>
  <Words>107</Words>
  <Application>Microsoft Macintosh PowerPoint</Application>
  <PresentationFormat>Widescreen</PresentationFormat>
  <Paragraphs>13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rose</dc:creator>
  <cp:lastModifiedBy>David Rose</cp:lastModifiedBy>
  <cp:revision>21</cp:revision>
  <dcterms:created xsi:type="dcterms:W3CDTF">2020-12-02T16:18:39Z</dcterms:created>
  <dcterms:modified xsi:type="dcterms:W3CDTF">2026-03-09T15:51:53Z</dcterms:modified>
</cp:coreProperties>
</file>