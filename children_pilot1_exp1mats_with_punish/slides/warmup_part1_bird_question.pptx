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76" r:id="rId2"/>
    <p:sldId id="385" r:id="rId3"/>
    <p:sldId id="386" r:id="rId4"/>
    <p:sldId id="387" r:id="rId5"/>
    <p:sldId id="388" r:id="rId6"/>
    <p:sldId id="389" r:id="rId7"/>
    <p:sldId id="390" r:id="rId8"/>
    <p:sldId id="3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201" autoAdjust="0"/>
    <p:restoredTop sz="84615" autoAdjust="0"/>
  </p:normalViewPr>
  <p:slideViewPr>
    <p:cSldViewPr snapToGrid="0">
      <p:cViewPr varScale="1">
        <p:scale>
          <a:sx n="100" d="100"/>
          <a:sy n="100" d="100"/>
        </p:scale>
        <p:origin x="1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67448C-091C-49A9-B18C-576C478474A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538742-1EA1-41C5-9385-4B4CA8FDF9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3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6C9D-F7D9-4A71-B925-520C66FC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AE862E-79C1-4CEA-8587-EB6B69E84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DCF-7098-4722-9A95-AAB7C4BB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810D-8253-4322-954E-209749E5C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0CAC1-8ABD-467F-A5DC-75F625CF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8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B34BB-B456-48E6-864B-FCAAD12F6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B54-B476-4440-8909-DFF90DB97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8EB49-2FE5-488D-B385-F77FABCA0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220F0-C746-46BC-963C-3BF14133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B128D-590C-4184-BDBF-E59D6510E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59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ABED4-5386-4E33-AACE-03EF516F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199A1-3A3C-4FF0-A60F-4559A382C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1DA2-F3A9-4941-AD30-1F6B170A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138F8-43EC-4A33-A69B-7C7DBB9A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4EA24-F9A9-4F2C-9EEB-6865AD581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1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60FFF-84C6-4444-81FA-6AB5CC42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37E24-F5BA-45CD-9FD4-3EF6C1BE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2C4D6-5422-4CB1-B0EF-7D8966CBF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8ADC3-4A94-4222-A014-47707C928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69165-1B5E-4262-8498-8671886BB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C6B5D-2C1C-4CA4-AA1B-EFA0D947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2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6B52-E465-4596-B303-7CFC6E6A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F132-2824-4071-9FDE-BFD39287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B7B1AA-25DB-4E6D-8C41-6D07916CC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2F4EB-A539-4893-A05A-06D9F53BB1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C793FE-E52A-4127-9BDB-E551362B23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E35BD-5D5D-4323-B2B5-014EC74C1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A81843-FBEA-48B9-98F1-186A80DA9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D6E85-D9AC-4AD0-8998-330F2B6F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2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F0404-BAE7-4F76-BFCD-60A7668FD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37FA0C-84AB-4701-A169-E9384C6ED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35F0A4-7B9F-498A-B85B-B1ABC79E1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A9B4B-A7F5-4BA9-B628-9BA3A68B1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173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3FB85D-9236-4086-BDA8-974565A9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A0457-1526-4C84-BB9E-69EAAE5CB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2C8C7-EF89-4B77-937C-A3A47BADC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57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B5EA-16ED-4B43-8F3D-309162CE2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0550F-9021-4E08-8E6C-68729DA9F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1147B-E3EE-41B8-A698-59AE2FCFA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EE615-2D37-4CCE-AB09-A16CC8ED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88027-59AD-40F8-A7B2-6F176A994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7204B-FC23-408F-9C92-89DB6C8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AD607-BD3F-40B6-8FE6-0FFE5DB7F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0A530-A554-42B8-9D00-5EAA73D09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A28C0-5366-4366-997D-6DCFC08D1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5C916-A455-4576-A5C4-788AE0DF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5E7D9-2C7E-4DF7-9428-001AA8B4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D154C-E799-4428-966C-8677A56B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157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9BD09-7E4A-4C4B-BEE1-25D9D6FF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28BA1F-CA84-4054-B246-60CED3877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BEEBF-5F58-4DBC-B35F-710E39456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4317E-D3FC-4E7E-98A7-8F236457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3A4A1-794B-4DB7-B0C4-4A063DA07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1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E22F5A-BC6B-456A-81F7-CEF070E45B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D5A19-1FE6-41A4-894A-158533281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1A378-38E9-4850-AF2E-1FA87F82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9DA4A-5B77-4722-86AC-89751A971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872C4-477E-4ED9-B666-0916FA0E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09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0D67-E79F-42F3-8CAE-97645F289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B33FE-674E-4406-B30E-BEA6F39AC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8BF83-5C8B-48CD-A6C3-958AAFA30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9C9AD-9896-4B0A-82B4-856C91CE4BB8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596D8-755C-4D2F-989C-E18097BAB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AFE31-6DCC-4CD9-B0CC-79957D169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F6A46-9C6B-4D70-8DF5-D3D88EAADF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5F7F2D3-6E8B-46DB-A1E1-4FA5734FFE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E5191F-17B2-494A-BEE7-72E7AEFE675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36EEBCB-7ED7-55A4-4DD5-C62EE8D05F21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This is Maggie!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592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DC0DE-F6C4-C060-335B-F98B12FB5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9DAB717-9F5C-1BB5-8C8C-F03D65F89D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58EE3F-5F95-872F-71C9-1BA90090DCCC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A209CE8-948D-067E-6D35-8287F01C5208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Let’s say hi to Maggie!</a:t>
            </a:r>
          </a:p>
        </p:txBody>
      </p:sp>
    </p:spTree>
    <p:extLst>
      <p:ext uri="{BB962C8B-B14F-4D97-AF65-F5344CB8AC3E}">
        <p14:creationId xmlns:p14="http://schemas.microsoft.com/office/powerpoint/2010/main" val="3322540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7E77-C235-2435-3337-2AF893FC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70A422F-B910-6757-57CA-8A4E5E6C3D5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F8D343-7266-E873-400A-E36C2EEA88A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952DCB-40A5-507F-3BAB-387B02F18403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OK let’s practice giving answers by pressing a button of the screen.</a:t>
            </a:r>
          </a:p>
        </p:txBody>
      </p:sp>
    </p:spTree>
    <p:extLst>
      <p:ext uri="{BB962C8B-B14F-4D97-AF65-F5344CB8AC3E}">
        <p14:creationId xmlns:p14="http://schemas.microsoft.com/office/powerpoint/2010/main" val="134323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70EDF-9659-B4E8-4C71-4D889B458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16568BE-BDA2-4D63-8A4C-CBB520609A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29304A-B8C9-6731-BB40-6EA1C13FBE22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3C5DDD3-D662-D107-DAF6-0223BC342FF8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Maggie sees this.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599665-F865-A280-2DB2-BEF4EC5E283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962" t="10150" r="31193" b="15556"/>
          <a:stretch>
            <a:fillRect/>
          </a:stretch>
        </p:blipFill>
        <p:spPr>
          <a:xfrm>
            <a:off x="1756207" y="4208492"/>
            <a:ext cx="2832638" cy="2743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566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0880A-132D-67F8-4A03-4E979197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960E1F9-F15A-2930-FB7B-1D404A389A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ADCA2A4-C6F4-FC4B-67BB-9DFAE264EF41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34B88A1-09F8-7DAA-7B86-EB62F4445B95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And Maggie sees this.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674AD6-AE7A-7E13-3B60-4922616494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962" t="10150" r="31193" b="15556"/>
          <a:stretch>
            <a:fillRect/>
          </a:stretch>
        </p:blipFill>
        <p:spPr>
          <a:xfrm>
            <a:off x="1756207" y="4208492"/>
            <a:ext cx="2832638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B0889B-5AD2-E8B7-A585-0871A84A92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431" t="4496" r="26138"/>
          <a:stretch>
            <a:fillRect/>
          </a:stretch>
        </p:blipFill>
        <p:spPr>
          <a:xfrm>
            <a:off x="7905943" y="3898612"/>
            <a:ext cx="2709141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41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8E0A0-0406-3ED1-66F6-0FE97596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374F064-94D5-0225-33FF-0AE2D11270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5B733D-BBD9-ED1C-8090-B379CF528519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5B5FB79-1DFD-376B-2332-2BF9B62C6F49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Maggie asks, “Which one is a bird?”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EFA086-3CE4-6934-6555-97F34C9015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962" t="10150" r="31193" b="15556"/>
          <a:stretch>
            <a:fillRect/>
          </a:stretch>
        </p:blipFill>
        <p:spPr>
          <a:xfrm>
            <a:off x="1756207" y="4208492"/>
            <a:ext cx="2832638" cy="274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FC4916-C6D5-CFD2-1672-09094602C7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431" t="4496" r="26138"/>
          <a:stretch>
            <a:fillRect/>
          </a:stretch>
        </p:blipFill>
        <p:spPr>
          <a:xfrm>
            <a:off x="7905943" y="3898612"/>
            <a:ext cx="2709141" cy="310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9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D123-C192-A2B9-72E2-1322942AD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7DA5A4C-2E11-EFB3-2632-A295DB3CB3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30272" t="6539" r="30123" b="6591"/>
          <a:stretch/>
        </p:blipFill>
        <p:spPr>
          <a:xfrm>
            <a:off x="4898498" y="795307"/>
            <a:ext cx="3531080" cy="478478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A152729-4582-BDAE-2777-8A9118B41026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02D5DC8-FDDF-AA1A-8109-A5FC9DF7BEEF}"/>
              </a:ext>
            </a:extLst>
          </p:cNvPr>
          <p:cNvSpPr/>
          <p:nvPr/>
        </p:nvSpPr>
        <p:spPr>
          <a:xfrm>
            <a:off x="370705" y="276998"/>
            <a:ext cx="3252357" cy="219832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Please select one of the pictures on the bottom by clicking it.</a:t>
            </a:r>
          </a:p>
        </p:txBody>
      </p:sp>
    </p:spTree>
    <p:extLst>
      <p:ext uri="{BB962C8B-B14F-4D97-AF65-F5344CB8AC3E}">
        <p14:creationId xmlns:p14="http://schemas.microsoft.com/office/powerpoint/2010/main" val="2766115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B3B5-03E2-9613-19E4-875A52CC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D57567-678C-A6EF-7F9C-424521567A9D}"/>
              </a:ext>
            </a:extLst>
          </p:cNvPr>
          <p:cNvSpPr txBox="1"/>
          <p:nvPr/>
        </p:nvSpPr>
        <p:spPr>
          <a:xfrm>
            <a:off x="1572156" y="1036607"/>
            <a:ext cx="3955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315BA7-86A9-0FB9-D29C-49219CD39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62" t="10150" r="31193" b="15556"/>
          <a:stretch>
            <a:fillRect/>
          </a:stretch>
        </p:blipFill>
        <p:spPr>
          <a:xfrm>
            <a:off x="1756207" y="4208492"/>
            <a:ext cx="2832638" cy="274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D1B650-C647-60BB-4611-714C3437BF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431" t="4496" r="26138"/>
          <a:stretch>
            <a:fillRect/>
          </a:stretch>
        </p:blipFill>
        <p:spPr>
          <a:xfrm>
            <a:off x="7905943" y="3898612"/>
            <a:ext cx="2709141" cy="3108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F2EC9E-4941-1CF9-A830-2815EA4EB354}"/>
              </a:ext>
            </a:extLst>
          </p:cNvPr>
          <p:cNvSpPr txBox="1"/>
          <p:nvPr/>
        </p:nvSpPr>
        <p:spPr>
          <a:xfrm>
            <a:off x="3743228" y="802758"/>
            <a:ext cx="47055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Response options</a:t>
            </a:r>
          </a:p>
        </p:txBody>
      </p:sp>
    </p:spTree>
    <p:extLst>
      <p:ext uri="{BB962C8B-B14F-4D97-AF65-F5344CB8AC3E}">
        <p14:creationId xmlns:p14="http://schemas.microsoft.com/office/powerpoint/2010/main" val="31074996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1765</TotalTime>
  <Words>57</Words>
  <Application>Microsoft Macintosh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rose</dc:creator>
  <cp:lastModifiedBy>David Rose</cp:lastModifiedBy>
  <cp:revision>21</cp:revision>
  <dcterms:created xsi:type="dcterms:W3CDTF">2020-12-02T16:18:39Z</dcterms:created>
  <dcterms:modified xsi:type="dcterms:W3CDTF">2026-02-27T17:55:59Z</dcterms:modified>
</cp:coreProperties>
</file>