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30"/>
  </p:normalViewPr>
  <p:slideViewPr>
    <p:cSldViewPr snapToGrid="0">
      <p:cViewPr varScale="1">
        <p:scale>
          <a:sx n="95" d="100"/>
          <a:sy n="95" d="100"/>
        </p:scale>
        <p:origin x="200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E71C7-EFBF-87D0-FE47-AB53CBE987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0A0C47-5E85-67E1-6B10-0100117BD8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6352E8-2A40-668B-48FA-4AB328BCB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7EB3E-2C0E-2E4C-9E92-D7D79E5EFE93}" type="datetimeFigureOut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9D535F-AC8A-265D-3F68-678A49EE7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0ADF7B-D7CF-44A6-76C0-9487AA7AA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CFD6A-000F-8443-8673-8E8A00D14F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5476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1372A-1A08-133A-432A-901CBC8A7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13E9DA-A0A8-7351-14AB-19ED76CBB2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B7F94B-F04E-F574-CC37-242E6937D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7EB3E-2C0E-2E4C-9E92-D7D79E5EFE93}" type="datetimeFigureOut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85304-92BF-9629-157C-8160D2F4F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38319F-BADD-0FCF-F6B0-0290C8AFC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CFD6A-000F-8443-8673-8E8A00D14F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401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762EA-F2B3-95DF-9776-9D5566360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9EFC8B-B646-75BA-1074-A8FFE0D5F8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D136C2-08F9-AA0E-2ECC-4FFD2EEC3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7EB3E-2C0E-2E4C-9E92-D7D79E5EFE93}" type="datetimeFigureOut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7D3AF9-336F-ADEA-4E47-6B3F7C32C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FF1B09-56B9-2805-B294-40A5DE81C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CFD6A-000F-8443-8673-8E8A00D14F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738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33093-5EDE-0A2E-1FEB-59A8149E4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F9D932-51D8-BBC8-DD64-317B4C586B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51D792-6716-3AF0-47D4-61FEED1BB1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950379-CF4B-BD67-4E7C-BAACDFF96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7EB3E-2C0E-2E4C-9E92-D7D79E5EFE93}" type="datetimeFigureOut">
              <a:rPr lang="en-US" smtClean="0"/>
              <a:t>3/8/26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1BBDAC-71AF-8516-CEC8-7D912124D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571DCB-AD39-9F8C-704A-388911D9C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CFD6A-000F-8443-8673-8E8A00D14F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2940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0E257-0516-BBCD-D13A-4ED1BFED1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55A047-E5BB-8FDD-B496-EBC5332E10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760EE1-D5C3-6BB8-AE14-22F334F414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9F402C-A142-A75B-61F1-C864DC34BC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6E20CD-E2DA-E40C-B1DD-65E8747F3E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1D7ED4-5FB1-FB81-1506-4B58E82B7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7EB3E-2C0E-2E4C-9E92-D7D79E5EFE93}" type="datetimeFigureOut">
              <a:rPr lang="en-US" smtClean="0"/>
              <a:t>3/8/26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6B17ED-1363-D51C-91AA-E1FE65251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2C39FF-C4A5-CD5C-789C-38EC921CA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CFD6A-000F-8443-8673-8E8A00D14F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3400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6B0D9-A29C-F7A3-A35A-79327ED50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93C829-DDD3-D7BE-5EA6-101787FA5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7EB3E-2C0E-2E4C-9E92-D7D79E5EFE93}" type="datetimeFigureOut">
              <a:rPr lang="en-US" smtClean="0"/>
              <a:t>3/8/26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AE4257-3203-D86E-339B-CDC6B4413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4F4DFE-9E84-9610-8FCD-8288B64FC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CFD6A-000F-8443-8673-8E8A00D14F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3438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771EA2-8642-3CDC-7AAF-3404D1131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7EB3E-2C0E-2E4C-9E92-D7D79E5EFE93}" type="datetimeFigureOut">
              <a:rPr lang="en-US" smtClean="0"/>
              <a:t>3/8/26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951D3C-B878-BC05-A3C9-0A52F1D0B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40EA42-F7A3-C1FD-61E0-783199265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CFD6A-000F-8443-8673-8E8A00D14F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1499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C674B-4B0E-9931-BEB4-7D5902F413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01E44B-CB07-33AB-5757-B0BDE4472B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8593DB-533E-2002-0CAC-9443841446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B380D1-D1A2-29B4-2F9F-BE1F690F8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7EB3E-2C0E-2E4C-9E92-D7D79E5EFE93}" type="datetimeFigureOut">
              <a:rPr lang="en-US" smtClean="0"/>
              <a:t>3/8/26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58417F-1489-E32F-AEC1-5F35F2E5F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F3C2AE-1095-33AD-9BFB-EC826E777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CFD6A-000F-8443-8673-8E8A00D14F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8114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78944-11B8-B65D-546B-26ABF71401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FFBD6E-AC84-90B5-10F1-F06AC45845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780F6E-3FF8-FF68-F1C6-EEB1B60C3C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F9B2B-7162-83EF-61B9-7D9F4C149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7EB3E-2C0E-2E4C-9E92-D7D79E5EFE93}" type="datetimeFigureOut">
              <a:rPr lang="en-US" smtClean="0"/>
              <a:t>3/8/26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018E27-7FA5-7A17-CC24-C8AB413C5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A6A880-1621-E93F-ECE2-510405F9F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CFD6A-000F-8443-8673-8E8A00D14F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005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FE22E-9DD3-D05B-C6B8-23D2A2647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D0C21D-3A00-AAFE-0FBE-81F041DE96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660D2A-AC9E-609B-5CA7-FB15E8CBB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7EB3E-2C0E-2E4C-9E92-D7D79E5EFE93}" type="datetimeFigureOut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914BD0-C785-1C5F-81D8-1067D1B25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41377B-2AA9-90D3-F1DC-013E001DA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CFD6A-000F-8443-8673-8E8A00D14F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619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BAF9D9A-7F53-47FE-D026-BE50280916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1D806C-3386-74BA-DA82-189442EE5C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B45C84-B5E0-E5F9-2AE2-226E58A35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7EB3E-2C0E-2E4C-9E92-D7D79E5EFE93}" type="datetimeFigureOut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882DF5-DCC5-2FAC-50DE-C527C4DC9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60268D-14A3-CDD2-F57F-2AC74979F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CFD6A-000F-8443-8673-8E8A00D14F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3336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E355B0-7044-CA28-7C5B-75E6FB4158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AA7AB5-869A-DDAD-2FA5-DBC6C05D54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E3CCB2-53B9-2AA2-74C5-23EF4F3D69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57EB3E-2C0E-2E4C-9E92-D7D79E5EFE93}" type="datetimeFigureOut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BEB2E3-62FD-43BF-65F3-49CFE45AE3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153BD0-ACA8-A817-A22D-6BE4D9D5ED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4CFD6A-000F-8443-8673-8E8A00D14F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6784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geeksvgs.com/id/232824" TargetMode="External"/><Relationship Id="rId5" Type="http://schemas.openxmlformats.org/officeDocument/2006/relationships/image" Target="../media/image10.png"/><Relationship Id="rId4" Type="http://schemas.openxmlformats.org/officeDocument/2006/relationships/hyperlink" Target="https://svgsilh.com/4caf50/image/304167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C65127F-36E9-5753-13BE-F75E2E6DFB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6279" y="2814080"/>
            <a:ext cx="2030144" cy="2895851"/>
          </a:xfrm>
          <a:prstGeom prst="rect">
            <a:avLst/>
          </a:prstGeom>
        </p:spPr>
      </p:pic>
      <p:pic>
        <p:nvPicPr>
          <p:cNvPr id="5" name="Picture 4" descr="A close up of a logo&#10;&#10;Description automatically generated">
            <a:extLst>
              <a:ext uri="{FF2B5EF4-FFF2-40B4-BE49-F238E27FC236}">
                <a16:creationId xmlns:a16="http://schemas.microsoft.com/office/drawing/2014/main" id="{8AF1CEB3-572C-2E33-463D-ABBB74FF64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0364" y="2982070"/>
            <a:ext cx="2684714" cy="28346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8F85DF6-ECE1-0B16-0386-03F276151720}"/>
              </a:ext>
            </a:extLst>
          </p:cNvPr>
          <p:cNvSpPr txBox="1"/>
          <p:nvPr/>
        </p:nvSpPr>
        <p:spPr>
          <a:xfrm>
            <a:off x="4136970" y="333404"/>
            <a:ext cx="391806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Response option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42B1D3-1007-DC08-4CFB-F43499289AAB}"/>
              </a:ext>
            </a:extLst>
          </p:cNvPr>
          <p:cNvSpPr txBox="1"/>
          <p:nvPr/>
        </p:nvSpPr>
        <p:spPr>
          <a:xfrm>
            <a:off x="3777593" y="5844247"/>
            <a:ext cx="10695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Andy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B292AC-CD97-9D3C-E8A4-3D9030D21356}"/>
              </a:ext>
            </a:extLst>
          </p:cNvPr>
          <p:cNvSpPr txBox="1"/>
          <p:nvPr/>
        </p:nvSpPr>
        <p:spPr>
          <a:xfrm>
            <a:off x="7436661" y="5844246"/>
            <a:ext cx="10093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Suzy</a:t>
            </a:r>
          </a:p>
        </p:txBody>
      </p:sp>
    </p:spTree>
    <p:extLst>
      <p:ext uri="{BB962C8B-B14F-4D97-AF65-F5344CB8AC3E}">
        <p14:creationId xmlns:p14="http://schemas.microsoft.com/office/powerpoint/2010/main" val="7293409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3E398-C551-F6C6-F07C-D64D90805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716E06E-D81E-059C-DD6A-27F377A28610}"/>
              </a:ext>
            </a:extLst>
          </p:cNvPr>
          <p:cNvSpPr txBox="1"/>
          <p:nvPr/>
        </p:nvSpPr>
        <p:spPr>
          <a:xfrm>
            <a:off x="4136970" y="333404"/>
            <a:ext cx="391806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Response option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8BE9B4-AAA2-AD0E-BE8F-E4EE375803E6}"/>
              </a:ext>
            </a:extLst>
          </p:cNvPr>
          <p:cNvSpPr txBox="1"/>
          <p:nvPr/>
        </p:nvSpPr>
        <p:spPr>
          <a:xfrm>
            <a:off x="3604470" y="5844247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Sophia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8E2D8C-707E-D20E-5DF3-DCCF74F2EA50}"/>
              </a:ext>
            </a:extLst>
          </p:cNvPr>
          <p:cNvSpPr txBox="1"/>
          <p:nvPr/>
        </p:nvSpPr>
        <p:spPr>
          <a:xfrm>
            <a:off x="7289986" y="5844246"/>
            <a:ext cx="13027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Bobby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74E2582-1C83-C953-A648-9FB3F18772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5868" y="2707750"/>
            <a:ext cx="1970963" cy="310896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8CC9C83-9C21-8E2A-22F9-BC9ED639CB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3855" y="2570590"/>
            <a:ext cx="2277002" cy="3383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72469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92BDC2-F2D1-A2A1-F0F8-7152E1303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421A630-C1FB-27D3-3BB7-C03E89DBD4E6}"/>
              </a:ext>
            </a:extLst>
          </p:cNvPr>
          <p:cNvSpPr txBox="1"/>
          <p:nvPr/>
        </p:nvSpPr>
        <p:spPr>
          <a:xfrm>
            <a:off x="4136970" y="333404"/>
            <a:ext cx="391806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Response option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7F8954-FD52-3C96-3E34-EF2315719B64}"/>
              </a:ext>
            </a:extLst>
          </p:cNvPr>
          <p:cNvSpPr txBox="1"/>
          <p:nvPr/>
        </p:nvSpPr>
        <p:spPr>
          <a:xfrm>
            <a:off x="3807666" y="5844247"/>
            <a:ext cx="10093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Suzy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E15543-DB3F-0E2F-1D06-37A611378057}"/>
              </a:ext>
            </a:extLst>
          </p:cNvPr>
          <p:cNvSpPr txBox="1"/>
          <p:nvPr/>
        </p:nvSpPr>
        <p:spPr>
          <a:xfrm>
            <a:off x="7406589" y="5844246"/>
            <a:ext cx="106952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Andy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4CE0373-DE30-DE76-4097-634DD66994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2031" y="2643846"/>
            <a:ext cx="4169878" cy="32004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AD4B470-C124-A92C-DBE7-38075515A7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5868" y="2707750"/>
            <a:ext cx="1970963" cy="3108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71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B3DA9D-7522-4176-DAB6-FED55B9B65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B8BC42E-C0DD-B6CE-C880-A6CBC87344F1}"/>
              </a:ext>
            </a:extLst>
          </p:cNvPr>
          <p:cNvSpPr txBox="1"/>
          <p:nvPr/>
        </p:nvSpPr>
        <p:spPr>
          <a:xfrm>
            <a:off x="4136970" y="333404"/>
            <a:ext cx="391806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Response option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799643-E127-1003-C31B-534BB8A3369A}"/>
              </a:ext>
            </a:extLst>
          </p:cNvPr>
          <p:cNvSpPr txBox="1"/>
          <p:nvPr/>
        </p:nvSpPr>
        <p:spPr>
          <a:xfrm>
            <a:off x="3660992" y="5844247"/>
            <a:ext cx="13027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Bobby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6F458C-62BB-8E6B-451B-A8799EEF9E7C}"/>
              </a:ext>
            </a:extLst>
          </p:cNvPr>
          <p:cNvSpPr txBox="1"/>
          <p:nvPr/>
        </p:nvSpPr>
        <p:spPr>
          <a:xfrm>
            <a:off x="7233464" y="5844246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Sophia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4E114A-38FD-68EE-2CA7-E1A7336AB9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2375" y="2643846"/>
            <a:ext cx="2697949" cy="32004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E7DD7D1-EA6F-6FB2-7644-D5891BD253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4139" y="2327757"/>
            <a:ext cx="2461625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09915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DB81159-03C3-E2D9-7DA2-D55FCCE7BCFD}"/>
              </a:ext>
            </a:extLst>
          </p:cNvPr>
          <p:cNvSpPr txBox="1"/>
          <p:nvPr/>
        </p:nvSpPr>
        <p:spPr>
          <a:xfrm>
            <a:off x="4136970" y="333404"/>
            <a:ext cx="391806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Response option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0A3DEFC5-4123-BD67-07D2-4E3BC14C82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3423924" y="3786094"/>
            <a:ext cx="2350265" cy="1828800"/>
          </a:xfrm>
          <a:prstGeom prst="rect">
            <a:avLst/>
          </a:prstGeom>
        </p:spPr>
      </p:pic>
      <p:pic>
        <p:nvPicPr>
          <p:cNvPr id="8" name="Picture 7" descr="A red circle with a cross in it&#10;&#10;AI-generated content may be incorrect.">
            <a:extLst>
              <a:ext uri="{FF2B5EF4-FFF2-40B4-BE49-F238E27FC236}">
                <a16:creationId xmlns:a16="http://schemas.microsoft.com/office/drawing/2014/main" id="{0A3DE37E-FE5A-A93D-3C8B-5BD2B350A30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7026950" y="3786094"/>
            <a:ext cx="1828800" cy="18288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9F58F02-8882-59C6-6D91-48369FB485FA}"/>
              </a:ext>
            </a:extLst>
          </p:cNvPr>
          <p:cNvSpPr txBox="1"/>
          <p:nvPr/>
        </p:nvSpPr>
        <p:spPr>
          <a:xfrm>
            <a:off x="3916159" y="5844247"/>
            <a:ext cx="7923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Yes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4DDD3E4-190F-909F-F6C0-5DD2A592B68E}"/>
              </a:ext>
            </a:extLst>
          </p:cNvPr>
          <p:cNvSpPr txBox="1"/>
          <p:nvPr/>
        </p:nvSpPr>
        <p:spPr>
          <a:xfrm>
            <a:off x="7590933" y="5844246"/>
            <a:ext cx="7008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No</a:t>
            </a:r>
          </a:p>
        </p:txBody>
      </p:sp>
    </p:spTree>
    <p:extLst>
      <p:ext uri="{BB962C8B-B14F-4D97-AF65-F5344CB8AC3E}">
        <p14:creationId xmlns:p14="http://schemas.microsoft.com/office/powerpoint/2010/main" val="18415038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20</Words>
  <Application>Microsoft Macintosh PowerPoint</Application>
  <PresentationFormat>Widescreen</PresentationFormat>
  <Paragraphs>15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Rose</dc:creator>
  <cp:lastModifiedBy>David Rose</cp:lastModifiedBy>
  <cp:revision>1</cp:revision>
  <dcterms:created xsi:type="dcterms:W3CDTF">2026-03-08T15:53:26Z</dcterms:created>
  <dcterms:modified xsi:type="dcterms:W3CDTF">2026-03-08T16:11:59Z</dcterms:modified>
</cp:coreProperties>
</file>