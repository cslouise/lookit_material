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86" r:id="rId2"/>
    <p:sldId id="392" r:id="rId3"/>
    <p:sldId id="387" r:id="rId4"/>
    <p:sldId id="388" r:id="rId5"/>
    <p:sldId id="389" r:id="rId6"/>
    <p:sldId id="390" r:id="rId7"/>
    <p:sldId id="3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 autoAdjust="0"/>
    <p:restoredTop sz="84615" autoAdjust="0"/>
  </p:normalViewPr>
  <p:slideViewPr>
    <p:cSldViewPr snapToGrid="0">
      <p:cViewPr varScale="1">
        <p:scale>
          <a:sx n="100" d="100"/>
          <a:sy n="10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7E77-C235-2435-3337-2AF893FC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0A422F-B910-6757-57CA-8A4E5E6C3D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F8D343-7266-E873-400A-E36C2EEA88A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952DCB-40A5-507F-3BAB-387B02F18403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Thanks for helping Maggie!</a:t>
            </a:r>
          </a:p>
        </p:txBody>
      </p:sp>
    </p:spTree>
    <p:extLst>
      <p:ext uri="{BB962C8B-B14F-4D97-AF65-F5344CB8AC3E}">
        <p14:creationId xmlns:p14="http://schemas.microsoft.com/office/powerpoint/2010/main" val="134323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E9E67-6B35-5455-401A-5AF6AAD5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F77C5D9-0318-DA6E-BD3E-B539951150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279DA5-480A-7076-669A-1F9D68BDCA8F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8C3C23-F2BF-EE5B-803E-A32E89830916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Let’s practice giving another answer by pressing a button of the screen.</a:t>
            </a:r>
          </a:p>
        </p:txBody>
      </p:sp>
    </p:spTree>
    <p:extLst>
      <p:ext uri="{BB962C8B-B14F-4D97-AF65-F5344CB8AC3E}">
        <p14:creationId xmlns:p14="http://schemas.microsoft.com/office/powerpoint/2010/main" val="316641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0EDF-9659-B4E8-4C71-4D889B45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6568BE-BDA2-4D63-8A4C-CBB520609A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29304A-B8C9-6731-BB40-6EA1C13FBE22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3C5DDD3-D662-D107-DAF6-0223BC342FF8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Maggie sees this.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47AB5-128A-C97E-2D77-BEE5BD53CF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83" r="14707"/>
          <a:stretch>
            <a:fillRect/>
          </a:stretch>
        </p:blipFill>
        <p:spPr>
          <a:xfrm>
            <a:off x="1572156" y="4114800"/>
            <a:ext cx="33724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6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0880A-132D-67F8-4A03-4E979197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960E1F9-F15A-2930-FB7B-1D404A389A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DCA2A4-C6F4-FC4B-67BB-9DFAE264EF41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34B88A1-09F8-7DAA-7B86-EB62F4445B95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And Maggie sees this.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B4EC2A-0A93-B354-694D-758FFDBD7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442" y="4389120"/>
            <a:ext cx="4020087" cy="2194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02DE73-3BA6-074F-FEF0-9BF1E4FE75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83" r="14707"/>
          <a:stretch>
            <a:fillRect/>
          </a:stretch>
        </p:blipFill>
        <p:spPr>
          <a:xfrm>
            <a:off x="1572156" y="4114800"/>
            <a:ext cx="33724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1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E0A0-0406-3ED1-66F6-0FE97596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74F064-94D5-0225-33FF-0AE2D11270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5B733D-BBD9-ED1C-8090-B379CF528519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5B5FB79-1DFD-376B-2332-2BF9B62C6F49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Maggie asks, “Which one is a fish?”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0CCA6-5D81-FCBF-C551-1ABA750DB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442" y="4389120"/>
            <a:ext cx="4020087" cy="21945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452AD1-4BAB-EB73-8712-45589D66FA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83" r="14707"/>
          <a:stretch>
            <a:fillRect/>
          </a:stretch>
        </p:blipFill>
        <p:spPr>
          <a:xfrm>
            <a:off x="1572156" y="4114800"/>
            <a:ext cx="33724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9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D123-C192-A2B9-72E2-1322942A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7DA5A4C-2E11-EFB3-2632-A295DB3CB3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152729-4582-BDAE-2777-8A9118B4102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2D5DC8-FDDF-AA1A-8109-A5FC9DF7BEEF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Please select one of the pictures on the bottom by clicking it.</a:t>
            </a:r>
          </a:p>
        </p:txBody>
      </p:sp>
    </p:spTree>
    <p:extLst>
      <p:ext uri="{BB962C8B-B14F-4D97-AF65-F5344CB8AC3E}">
        <p14:creationId xmlns:p14="http://schemas.microsoft.com/office/powerpoint/2010/main" val="276611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B3B5-03E2-9613-19E4-875A52CC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D57567-678C-A6EF-7F9C-424521567A9D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2EC9E-4941-1CF9-A830-2815EA4EB354}"/>
              </a:ext>
            </a:extLst>
          </p:cNvPr>
          <p:cNvSpPr txBox="1"/>
          <p:nvPr/>
        </p:nvSpPr>
        <p:spPr>
          <a:xfrm>
            <a:off x="3743228" y="802758"/>
            <a:ext cx="4705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Response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ED7645-6911-2304-F285-F97854228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442" y="4389120"/>
            <a:ext cx="4020087" cy="2194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F568E7-E008-3A81-1CA0-6B42AB625F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83" r="14707"/>
          <a:stretch>
            <a:fillRect/>
          </a:stretch>
        </p:blipFill>
        <p:spPr>
          <a:xfrm>
            <a:off x="1572156" y="4114800"/>
            <a:ext cx="33724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9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52</Words>
  <Application>Microsoft Macintosh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20</cp:revision>
  <dcterms:created xsi:type="dcterms:W3CDTF">2020-12-02T16:18:39Z</dcterms:created>
  <dcterms:modified xsi:type="dcterms:W3CDTF">2026-02-27T17:12:24Z</dcterms:modified>
</cp:coreProperties>
</file>