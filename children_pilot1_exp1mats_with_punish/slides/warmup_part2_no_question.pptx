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86" r:id="rId2"/>
    <p:sldId id="392" r:id="rId3"/>
    <p:sldId id="387" r:id="rId4"/>
    <p:sldId id="397" r:id="rId5"/>
    <p:sldId id="398" r:id="rId6"/>
    <p:sldId id="399" r:id="rId7"/>
    <p:sldId id="39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 autoAdjust="0"/>
    <p:restoredTop sz="84615" autoAdjust="0"/>
  </p:normalViewPr>
  <p:slideViewPr>
    <p:cSldViewPr snapToGrid="0">
      <p:cViewPr varScale="1">
        <p:scale>
          <a:sx n="100" d="100"/>
          <a:sy n="100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7448C-091C-49A9-B18C-576C478474A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38742-1EA1-41C5-9385-4B4CA8FDF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6C9D-F7D9-4A71-B925-520C66FC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862E-79C1-4CEA-8587-EB6B69E8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BDCF-7098-4722-9A95-AAB7C4BB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810D-8253-4322-954E-209749E5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CAC1-8ABD-467F-A5DC-75F625CF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8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34BB-B456-48E6-864B-FCAAD12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B54-B476-4440-8909-DFF90DB9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EB49-2FE5-488D-B385-F77FABC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20F0-C746-46BC-963C-3BF14133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28D-590C-4184-BDBF-E59D6510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5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ED4-5386-4E33-AACE-03EF516F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199A1-3A3C-4FF0-A60F-4559A382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1DA2-F3A9-4941-AD30-1F6B170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38F8-43EC-4A33-A69B-7C7DBB9A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EA24-F9A9-4F2C-9EEB-6865AD58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0FFF-84C6-4444-81FA-6AB5CC42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7E24-F5BA-45CD-9FD4-3EF6C1BE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C4D6-5422-4CB1-B0EF-7D8966CB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ADC3-4A94-4222-A014-47707C92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9165-1B5E-4262-8498-8671886B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6B5D-2C1C-4CA4-AA1B-EFA0D94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6B52-E465-4596-B303-7CFC6E6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F132-2824-4071-9FDE-BFD39287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7B1AA-25DB-4E6D-8C41-6D07916CC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2F4EB-A539-4893-A05A-06D9F53B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793FE-E52A-4127-9BDB-E551362B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E35BD-5D5D-4323-B2B5-014EC74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81843-FBEA-48B9-98F1-186A80DA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D6E85-D9AC-4AD0-8998-330F2B6F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2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0404-BAE7-4F76-BFCD-60A7668F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7FA0C-84AB-4701-A169-E9384C6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F0A4-7B9F-498A-B85B-B1ABC79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A9B4B-A7F5-4BA9-B628-9BA3A68B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FB85D-9236-4086-BDA8-974565A9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A0457-1526-4C84-BB9E-69EAAE5C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C8C7-EF89-4B77-937C-A3A47BAD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B5EA-16ED-4B43-8F3D-309162CE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50F-9021-4E08-8E6C-68729DA9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147B-E3EE-41B8-A698-59AE2FCF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EE615-2D37-4CCE-AB09-A16CC8ED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8027-59AD-40F8-A7B2-6F176A99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204B-FC23-408F-9C92-89DB6C8C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607-BD3F-40B6-8FE6-0FFE5DB7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0A530-A554-42B8-9D00-5EAA73D09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28C0-5366-4366-997D-6DCFC08D1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5C916-A455-4576-A5C4-788AE0D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E7D9-2C7E-4DF7-9428-001AA8B4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D154C-E799-4428-966C-8677A56B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5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BD09-7E4A-4C4B-BEE1-25D9D6FF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BA1F-CA84-4054-B246-60CED3877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EEBF-5F58-4DBC-B35F-710E394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317E-D3FC-4E7E-98A7-8F236457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A4A1-794B-4DB7-B0C4-4A063DA0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22F5A-BC6B-456A-81F7-CEF070E45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5A19-1FE6-41A4-894A-15853328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A378-38E9-4850-AF2E-1FA87F82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DA4A-5B77-4722-86AC-89751A97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72C4-477E-4ED9-B666-0916FA0E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0D67-E79F-42F3-8CAE-97645F28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B33FE-674E-4406-B30E-BEA6F39A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BF83-5C8B-48CD-A6C3-958AAFA30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9AD-9896-4B0A-82B4-856C91CE4BB8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596D8-755C-4D2F-989C-E18097BAB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AFE31-6DCC-4CD9-B0CC-79957D169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vgs.com/id/232824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svgsilh.com/4caf50/image/30416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7E77-C235-2435-3337-2AF893FC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70A422F-B910-6757-57CA-8A4E5E6C3D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F8D343-7266-E873-400A-E36C2EEA88A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952DCB-40A5-507F-3BAB-387B02F18403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Thanks for helping Maggie!</a:t>
            </a:r>
          </a:p>
        </p:txBody>
      </p:sp>
    </p:spTree>
    <p:extLst>
      <p:ext uri="{BB962C8B-B14F-4D97-AF65-F5344CB8AC3E}">
        <p14:creationId xmlns:p14="http://schemas.microsoft.com/office/powerpoint/2010/main" val="134323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E9E67-6B35-5455-401A-5AF6AAD56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F77C5D9-0318-DA6E-BD3E-B539951150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279DA5-480A-7076-669A-1F9D68BDCA8F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8C3C23-F2BF-EE5B-803E-A32E89830916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Let’s practice giving another answer by pressing a button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3166414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0EDF-9659-B4E8-4C71-4D889B45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16568BE-BDA2-4D63-8A4C-CBB520609A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29304A-B8C9-6731-BB40-6EA1C13FBE22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3C5DDD3-D662-D107-DAF6-0223BC342FF8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Maggie sees this.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7F6EB-AA54-7953-7746-49AB992A4C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475" r="27629"/>
          <a:stretch>
            <a:fillRect/>
          </a:stretch>
        </p:blipFill>
        <p:spPr>
          <a:xfrm>
            <a:off x="653142" y="2615059"/>
            <a:ext cx="3955809" cy="424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6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9302-FE6F-C83B-A9C8-1CE4670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831962-9FAC-8E13-0E57-00A0AE565E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06D350-C5EC-FDD4-7F57-C29700FBA1D1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553B0FE-1F60-2FEA-3A9D-81C2ACC09E92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Maggie says, “This is an elephant”.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58547-A9E8-E829-3FAA-C41FAEB51D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475" r="27629"/>
          <a:stretch>
            <a:fillRect/>
          </a:stretch>
        </p:blipFill>
        <p:spPr>
          <a:xfrm>
            <a:off x="653142" y="2615059"/>
            <a:ext cx="3955809" cy="424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8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0DD7-3F83-2051-74CB-2148CBCE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4AE4C44-B1D1-0009-D435-E333BE736A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595877-FFF1-627E-28F5-49FBE786A720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2284C94-DC74-CEF1-24AF-1EC2E6010CC7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Do you think this is an elephant?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E912EF-DDFA-96D5-ED3D-79712A834B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475" r="27629"/>
          <a:stretch>
            <a:fillRect/>
          </a:stretch>
        </p:blipFill>
        <p:spPr>
          <a:xfrm>
            <a:off x="653142" y="2615059"/>
            <a:ext cx="3955809" cy="424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4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82449-98D3-9BA1-14C3-336EFD88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AA0C2FD-8C46-E78D-D8F9-15B6EB0E49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E005F4-141F-FC92-C56D-AAD4D42907EC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5D8E44D-F9ED-35C7-BA9C-5C6151AF69A9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Please select one of the pictures on the bottom by clicking it.</a:t>
            </a:r>
          </a:p>
        </p:txBody>
      </p:sp>
    </p:spTree>
    <p:extLst>
      <p:ext uri="{BB962C8B-B14F-4D97-AF65-F5344CB8AC3E}">
        <p14:creationId xmlns:p14="http://schemas.microsoft.com/office/powerpoint/2010/main" val="16608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B3B5-03E2-9613-19E4-875A52CC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9D57567-678C-A6EF-7F9C-424521567A9D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2EC9E-4941-1CF9-A830-2815EA4EB354}"/>
              </a:ext>
            </a:extLst>
          </p:cNvPr>
          <p:cNvSpPr txBox="1"/>
          <p:nvPr/>
        </p:nvSpPr>
        <p:spPr>
          <a:xfrm>
            <a:off x="3743228" y="802758"/>
            <a:ext cx="4705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Response options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C9DBA8B-726E-2ABF-5935-BB678EA1E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423924" y="3786094"/>
            <a:ext cx="2350265" cy="1828800"/>
          </a:xfrm>
          <a:prstGeom prst="rect">
            <a:avLst/>
          </a:prstGeom>
        </p:spPr>
      </p:pic>
      <p:pic>
        <p:nvPicPr>
          <p:cNvPr id="5" name="Picture 4" descr="A red circle with a cross in it&#10;&#10;AI-generated content may be incorrect.">
            <a:extLst>
              <a:ext uri="{FF2B5EF4-FFF2-40B4-BE49-F238E27FC236}">
                <a16:creationId xmlns:a16="http://schemas.microsoft.com/office/drawing/2014/main" id="{26D16114-F0D6-61D2-8B72-C9F6320F94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026950" y="3786094"/>
            <a:ext cx="18288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D523D-D8F5-6466-9ABC-9BFD060DF0A9}"/>
              </a:ext>
            </a:extLst>
          </p:cNvPr>
          <p:cNvSpPr txBox="1"/>
          <p:nvPr/>
        </p:nvSpPr>
        <p:spPr>
          <a:xfrm>
            <a:off x="3916159" y="5844247"/>
            <a:ext cx="7923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639EA-9549-70F0-EF68-C4EAD01AAB15}"/>
              </a:ext>
            </a:extLst>
          </p:cNvPr>
          <p:cNvSpPr txBox="1"/>
          <p:nvPr/>
        </p:nvSpPr>
        <p:spPr>
          <a:xfrm>
            <a:off x="7590933" y="5844246"/>
            <a:ext cx="700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10749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1784</TotalTime>
  <Words>56</Words>
  <Application>Microsoft Macintosh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rose</dc:creator>
  <cp:lastModifiedBy>David Rose</cp:lastModifiedBy>
  <cp:revision>24</cp:revision>
  <dcterms:created xsi:type="dcterms:W3CDTF">2020-12-02T16:18:39Z</dcterms:created>
  <dcterms:modified xsi:type="dcterms:W3CDTF">2026-03-09T15:38:18Z</dcterms:modified>
</cp:coreProperties>
</file>